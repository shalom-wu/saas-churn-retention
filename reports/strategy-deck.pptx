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FBFCB"/>
                </a:solidFill>
                <a:latin typeface="Calibri"/>
              </a:rPr>
              <a:t>CHURN ANALYSIS &amp; RETENTION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Customer churn is a $4.5M problem.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4000" b="1" i="0">
                <a:solidFill>
                  <a:srgbClr val="F4A259"/>
                </a:solidFill>
                <a:latin typeface="Calibri"/>
              </a:rPr>
              <a:t>Half of it sits where we can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AA5B1"/>
                </a:solidFill>
                <a:latin typeface="Calibri"/>
              </a:rPr>
              <a:t>Shalom Wu  · 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8FBFCB"/>
                </a:solidFill>
                <a:latin typeface="Calibri"/>
              </a:rPr>
              <a:t>7,043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A5B1"/>
                </a:solidFill>
                <a:latin typeface="Calibri"/>
              </a:rPr>
              <a:t>customers in the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7091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8FBFCB"/>
                </a:solidFill>
                <a:latin typeface="Calibri"/>
              </a:rPr>
              <a:t>$456K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A5B1"/>
                </a:solidFill>
                <a:latin typeface="Calibri"/>
              </a:rPr>
              <a:t>monthly recurring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47091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8FBFCB"/>
                </a:solidFill>
                <a:latin typeface="Calibri"/>
              </a:rPr>
              <a:t>26.5%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A5B1"/>
                </a:solidFill>
                <a:latin typeface="Calibri"/>
              </a:rPr>
              <a:t>of customers churned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Public Telco Customer Churn dataset (Kaggle/IBM), deliberately framed as a subscription/SaaS-style business — see data-sources.md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6343F"/>
                </a:solidFill>
                <a:latin typeface="Calibri"/>
              </a:rPr>
              <a:t>26.5% of customers churned — taking 31% of recurring revenue with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5943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1" i="0">
                <a:solidFill>
                  <a:srgbClr val="26343F"/>
                </a:solidFill>
                <a:latin typeface="Calibri"/>
              </a:rPr>
              <a:t>The churned cohort skews premium.  </a:t>
            </a:r>
            <a:r>
              <a:rPr sz="1350" b="0" i="0">
                <a:solidFill>
                  <a:srgbClr val="26343F"/>
                </a:solidFill>
                <a:latin typeface="Calibri"/>
              </a:rPr>
              <a:t>Churners average $74/month against $61 for those who stay — the loss is worth more than its headcount suggests.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1" i="0">
                <a:solidFill>
                  <a:srgbClr val="26343F"/>
                </a:solidFill>
                <a:latin typeface="Calibri"/>
              </a:rPr>
              <a:t>The average hides the problem.  </a:t>
            </a:r>
            <a:r>
              <a:rPr sz="1350" b="0" i="0">
                <a:solidFill>
                  <a:srgbClr val="26343F"/>
                </a:solidFill>
                <a:latin typeface="Calibri"/>
              </a:rPr>
              <a:t>Blended monthly churn is ~0.8% — healthy by subscription benchmarks. But the month-to-month segment runs at ~2.4%/month, and it holds 55% of customers.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1" i="0">
                <a:solidFill>
                  <a:srgbClr val="26343F"/>
                </a:solidFill>
                <a:latin typeface="Calibri"/>
              </a:rPr>
              <a:t>The loss repeats.  </a:t>
            </a:r>
            <a:r>
              <a:rPr sz="1350" b="0" i="0">
                <a:solidFill>
                  <a:srgbClr val="26343F"/>
                </a:solidFill>
                <a:latin typeface="Calibri"/>
              </a:rPr>
              <a:t>Every year of inaction replays this cohort's cost. The $4.5M figure is the present value of profits already committed to walking out the door, plus what it costs to replace them (~$400 per customer).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1417320"/>
            <a:ext cx="4754880" cy="1188720"/>
          </a:xfrm>
          <a:prstGeom prst="roundRect">
            <a:avLst>
              <a:gd name="adj" fmla="val 6000"/>
            </a:avLst>
          </a:prstGeom>
          <a:solidFill>
            <a:srgbClr val="EA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545336"/>
            <a:ext cx="42976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 i="0">
                <a:solidFill>
                  <a:srgbClr val="1F7A8C"/>
                </a:solidFill>
                <a:latin typeface="Calibri"/>
              </a:rPr>
              <a:t>$139K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26343F"/>
                </a:solidFill>
                <a:latin typeface="Calibri"/>
              </a:rPr>
              <a:t>MRR lost with the churned cohort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880360"/>
            <a:ext cx="4754880" cy="1188720"/>
          </a:xfrm>
          <a:prstGeom prst="roundRect">
            <a:avLst>
              <a:gd name="adj" fmla="val 6000"/>
            </a:avLst>
          </a:prstGeom>
          <a:solidFill>
            <a:srgbClr val="EA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3008376"/>
            <a:ext cx="42976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 i="0">
                <a:solidFill>
                  <a:srgbClr val="1F7A8C"/>
                </a:solidFill>
                <a:latin typeface="Calibri"/>
              </a:rPr>
              <a:t>$1.67M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26343F"/>
                </a:solidFill>
                <a:latin typeface="Calibri"/>
              </a:rPr>
              <a:t>annualized lost revenue if none of it is replaced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4343400"/>
            <a:ext cx="4754880" cy="1508760"/>
          </a:xfrm>
          <a:prstGeom prst="roundRect">
            <a:avLst>
              <a:gd name="adj" fmla="val 60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4471416"/>
            <a:ext cx="4297680" cy="1252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 i="0">
                <a:solidFill>
                  <a:srgbClr val="D64550"/>
                </a:solidFill>
                <a:latin typeface="Calibri"/>
              </a:rPr>
              <a:t>$4.5M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26343F"/>
                </a:solidFill>
                <a:latin typeface="Calibri"/>
              </a:rPr>
              <a:t>full economic cost: foregone lifetime value + replacement acquisition  (range $3.3M–$6.3M)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Source: public Telco Customer Churn dataset (Kaggle/IBM), n=7,043 — reframed as a subscription/SaaS business. Reproducible: python -m src.run_pipeline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6343F"/>
                </a:solidFill>
                <a:latin typeface="Calibri"/>
              </a:rPr>
              <a:t>Five churn drivers, consistent across the data and both models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399032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37160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6343F"/>
                </a:solidFill>
                <a:latin typeface="Calibri"/>
              </a:rPr>
              <a:t>Contract type is the fault line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Month-to-month churns at 43% vs 11% (one-year) and 3% (two-year) — and it is 55% of the book.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386584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59152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6343F"/>
                </a:solidFill>
                <a:latin typeface="Calibri"/>
              </a:rPr>
              <a:t>Risk is front-loaded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53% of customers in their first 6 months churn; new month-to-month customers hit 55%.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374136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46704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6343F"/>
                </a:solidFill>
                <a:latin typeface="Calibri"/>
              </a:rPr>
              <a:t>The premium tier leaks most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Churn peaks at 38% in the $70–90 tier — mostly fiber. A price/value problem, and the $70+ tiers hold 71% of MRR.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361688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334256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6343F"/>
                </a:solidFill>
                <a:latin typeface="Calibri"/>
              </a:rPr>
              <a:t>Add-ons anchor customers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Churn falls monotonically from 52% (no add-ons) to 5% (all six); support-type add-ons matter most.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5349240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5321808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6343F"/>
                </a:solidFill>
                <a:latin typeface="Calibri"/>
              </a:rPr>
              <a:t>Electronic check is a red flag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45% churn vs 15–19% on automatic payment methods, even after controlling for contract.</a:t>
            </a:r>
          </a:p>
        </p:txBody>
      </p:sp>
      <p:pic>
        <p:nvPicPr>
          <p:cNvPr id="13" name="Picture 12" descr="fig_contract_tenur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097" y="1371600"/>
            <a:ext cx="4643845" cy="2468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4206240"/>
            <a:ext cx="4983480" cy="1691640"/>
          </a:xfrm>
          <a:prstGeom prst="roundRect">
            <a:avLst>
              <a:gd name="adj" fmla="val 6000"/>
            </a:avLst>
          </a:prstGeom>
          <a:solidFill>
            <a:srgbClr val="EA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407408"/>
            <a:ext cx="4434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26343F"/>
                </a:solidFill>
                <a:latin typeface="Calibri"/>
              </a:rPr>
              <a:t>The models agree with the eyeball.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Logistic regression and XGBoost land on the same drivers (test ROC-AUC 0.84). Nothing exotic — every driver above is one the business can act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Source: public Telco Customer Churn dataset (Kaggle/IBM), n=7,043 — reframed as a subscription/SaaS business. Reproducible: python -m src.run_pipeline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6343F"/>
                </a:solidFill>
                <a:latin typeface="Calibri"/>
              </a:rPr>
              <a:t>The cost of doing nothing is ~$4.5M per cohort — and it is concentrated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63040"/>
          <a:ext cx="6035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51560"/>
                <a:gridCol w="8686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At-risk segment (overlapping)</a:t>
                      </a:r>
                    </a:p>
                  </a:txBody>
                  <a:tcPr marL="73152" marR="45720" anchor="ctr">
                    <a:solidFill>
                      <a:srgbClr val="2634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73152" marR="45720" anchor="ctr">
                    <a:solidFill>
                      <a:srgbClr val="2634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Churn</a:t>
                      </a:r>
                    </a:p>
                  </a:txBody>
                  <a:tcPr marL="73152" marR="45720" anchor="ctr">
                    <a:solidFill>
                      <a:srgbClr val="2634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MRR at stake</a:t>
                      </a:r>
                    </a:p>
                  </a:txBody>
                  <a:tcPr marL="73152" marR="45720" anchor="ctr">
                    <a:solidFill>
                      <a:srgbClr val="2634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New month-to-month (≤ 12m tenure)</a:t>
                      </a:r>
                    </a:p>
                  </a:txBody>
                  <a:tcPr marL="73152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1,994</a:t>
                      </a:r>
                    </a:p>
                  </a:txBody>
                  <a:tcPr marL="73152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D64550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marL="73152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$116K</a:t>
                      </a:r>
                    </a:p>
                  </a:txBody>
                  <a:tcPr marL="73152" marR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Month-to-month + electronic check</a:t>
                      </a:r>
                    </a:p>
                  </a:txBody>
                  <a:tcPr marL="73152" marR="45720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1,850</a:t>
                      </a:r>
                    </a:p>
                  </a:txBody>
                  <a:tcPr marL="73152" marR="45720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D64550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73152" marR="45720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$139K</a:t>
                      </a:r>
                    </a:p>
                  </a:txBody>
                  <a:tcPr marL="73152" marR="45720" anchor="ctr">
                    <a:solidFill>
                      <a:srgbClr val="F7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Fiber, no support/security add-ons</a:t>
                      </a:r>
                    </a:p>
                  </a:txBody>
                  <a:tcPr marL="73152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1,765</a:t>
                      </a:r>
                    </a:p>
                  </a:txBody>
                  <a:tcPr marL="73152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D64550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73152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$152K</a:t>
                      </a:r>
                    </a:p>
                  </a:txBody>
                  <a:tcPr marL="73152" marR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Premium ($90+), first year</a:t>
                      </a:r>
                    </a:p>
                  </a:txBody>
                  <a:tcPr marL="73152" marR="45720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219</a:t>
                      </a:r>
                    </a:p>
                  </a:txBody>
                  <a:tcPr marL="73152" marR="45720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D64550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marL="73152" marR="45720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6343F"/>
                          </a:solidFill>
                          <a:latin typeface="Calibri"/>
                        </a:rPr>
                        <a:t>$21K</a:t>
                      </a:r>
                    </a:p>
                  </a:txBody>
                  <a:tcPr marL="73152" marR="45720" anchor="ctr">
                    <a:solidFill>
                      <a:srgbClr val="F7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 i="1">
                          <a:solidFill>
                            <a:srgbClr val="26343F"/>
                          </a:solidFill>
                          <a:latin typeface="Calibri"/>
                        </a:rPr>
                        <a:t>Whole book (reference)</a:t>
                      </a:r>
                    </a:p>
                  </a:txBody>
                  <a:tcPr marL="73152" marR="45720"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1">
                          <a:solidFill>
                            <a:srgbClr val="26343F"/>
                          </a:solidFill>
                          <a:latin typeface="Calibri"/>
                        </a:rPr>
                        <a:t>7,043</a:t>
                      </a:r>
                    </a:p>
                  </a:txBody>
                  <a:tcPr marL="73152" marR="45720"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1">
                          <a:solidFill>
                            <a:srgbClr val="26343F"/>
                          </a:solidFill>
                          <a:latin typeface="Calibri"/>
                        </a:rPr>
                        <a:t>26.5%</a:t>
                      </a:r>
                    </a:p>
                  </a:txBody>
                  <a:tcPr marL="73152" marR="45720"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1">
                          <a:solidFill>
                            <a:srgbClr val="26343F"/>
                          </a:solidFill>
                          <a:latin typeface="Calibri"/>
                        </a:rPr>
                        <a:t>$456K</a:t>
                      </a:r>
                    </a:p>
                  </a:txBody>
                  <a:tcPr marL="73152" marR="45720" anchor="ctr"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80060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26343F"/>
                </a:solidFill>
                <a:latin typeface="Calibri"/>
              </a:rPr>
              <a:t>Segments overlap — they are three views of the same risk pocket: </a:t>
            </a:r>
            <a:r>
              <a:rPr sz="1200" b="1" i="0">
                <a:solidFill>
                  <a:srgbClr val="26343F"/>
                </a:solidFill>
                <a:latin typeface="Calibri"/>
              </a:rPr>
              <a:t>newer, month-to-month, premium-priced customers paying manually.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26343F"/>
                </a:solidFill>
                <a:latin typeface="Calibri"/>
              </a:rPr>
              <a:t>Cost per lost customer runs $2,061 (month-to-month) to $2,887 (one-year), including ~$400 to acquire a replacement.</a:t>
            </a:r>
          </a:p>
        </p:txBody>
      </p:sp>
      <p:pic>
        <p:nvPicPr>
          <p:cNvPr id="5" name="Picture 4" descr="fig_cost_of_chur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88467"/>
            <a:ext cx="4983480" cy="23837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12280" y="4572000"/>
            <a:ext cx="4983480" cy="1463040"/>
          </a:xfrm>
          <a:prstGeom prst="roundRect">
            <a:avLst>
              <a:gd name="adj" fmla="val 60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4736592"/>
            <a:ext cx="4434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D64550"/>
                </a:solidFill>
                <a:latin typeface="Calibri"/>
              </a:rPr>
              <a:t>No assumption makes this small.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Pushing every assumption to its most favorable end still leaves a $3.3M cohort cost; the least favorable end reaches $6.3M.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Source: public Telco Customer Churn dataset (Kaggle/IBM), n=7,043 — reframed as a subscription/SaaS business. Reproducible: python -m src.run_pipeline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6343F"/>
                </a:solidFill>
                <a:latin typeface="Calibri"/>
              </a:rPr>
              <a:t>Three self-funding interventions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73352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6343F"/>
                </a:solidFill>
                <a:latin typeface="Calibri"/>
              </a:rPr>
              <a:t>Contract-shift incentive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“12 months for the price of 11” to move month-to-month customers onto annual contracts.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1F7A8C"/>
                </a:solidFill>
                <a:latin typeface="Calibri"/>
              </a:rPr>
              <a:t>Annual-contract economics add ~$830 of present value per customer (LTV $1,661 → $2,487).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~$134K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9AA5B1"/>
                </a:solidFill>
                <a:latin typeface="Calibri"/>
              </a:rPr>
              <a:t>net PV, 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4206240"/>
            <a:ext cx="1143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26343F"/>
                </a:solidFill>
                <a:latin typeface="Calibri"/>
              </a:rPr>
              <a:t>6x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9AA5B1"/>
                </a:solidFill>
                <a:latin typeface="Calibri"/>
              </a:rPr>
              <a:t>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 i="0">
                <a:solidFill>
                  <a:srgbClr val="D64550"/>
                </a:solidFill>
                <a:latin typeface="Calibri"/>
              </a:rPr>
              <a:t>Key risk: </a:t>
            </a:r>
            <a:r>
              <a:rPr sz="1050" b="0" i="0">
                <a:solidFill>
                  <a:srgbClr val="26343F"/>
                </a:solidFill>
                <a:latin typeface="Calibri"/>
              </a:rPr>
              <a:t>Discounts some customers who would have stayed anyway (half assumed).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7160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164592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673352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6343F"/>
                </a:solidFill>
                <a:latin typeface="Calibri"/>
              </a:rPr>
              <a:t>Model-targeted saves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7744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Score the book monthly; retention offers to the riskiest 20% by model score.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1F7A8C"/>
                </a:solidFill>
                <a:latin typeface="Calibri"/>
              </a:rPr>
              <a:t>The model finds churners at 2.5x random — 67% precision at 20% campaign depth.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20624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~$231K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9AA5B1"/>
                </a:solidFill>
                <a:latin typeface="Calibri"/>
              </a:rPr>
              <a:t>net PV, year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206240"/>
            <a:ext cx="1143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26343F"/>
                </a:solidFill>
                <a:latin typeface="Calibri"/>
              </a:rPr>
              <a:t>4.7x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9AA5B1"/>
                </a:solidFill>
                <a:latin typeface="Calibri"/>
              </a:rPr>
              <a:t>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525780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 i="0">
                <a:solidFill>
                  <a:srgbClr val="D64550"/>
                </a:solidFill>
                <a:latin typeface="Calibri"/>
              </a:rPr>
              <a:t>Key risk: </a:t>
            </a:r>
            <a:r>
              <a:rPr sz="1050" b="0" i="0">
                <a:solidFill>
                  <a:srgbClr val="26343F"/>
                </a:solidFill>
                <a:latin typeface="Calibri"/>
              </a:rPr>
              <a:t>Offer fatigue; precision decays without quarterly retraining.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37160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03336" y="1645920"/>
            <a:ext cx="457200" cy="45720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673352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6343F"/>
                </a:solidFill>
                <a:latin typeface="Calibri"/>
              </a:rPr>
              <a:t>Premium onboarding bundle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37744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Bundle tech support + online security free for 6 months for new fiber customers.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26343F"/>
                </a:solidFill>
                <a:latin typeface="Calibri"/>
              </a:rPr>
              <a:t>Support add-ons show the steepest retention gradient in the data (52% → 5%).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420624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~$37K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9AA5B1"/>
                </a:solidFill>
                <a:latin typeface="Calibri"/>
              </a:rPr>
              <a:t>net PV, year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7856" y="4206240"/>
            <a:ext cx="1143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26343F"/>
                </a:solidFill>
                <a:latin typeface="Calibri"/>
              </a:rPr>
              <a:t>3.4x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9AA5B1"/>
                </a:solidFill>
                <a:latin typeface="Calibri"/>
              </a:rPr>
              <a:t>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525780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 i="0">
                <a:solidFill>
                  <a:srgbClr val="D64550"/>
                </a:solidFill>
                <a:latin typeface="Calibri"/>
              </a:rPr>
              <a:t>Key risk: </a:t>
            </a:r>
            <a:r>
              <a:rPr sz="1050" b="0" i="0">
                <a:solidFill>
                  <a:srgbClr val="26343F"/>
                </a:solidFill>
                <a:latin typeface="Calibri"/>
              </a:rPr>
              <a:t>Add-on effect may be self-selection — pilot as a 500-customer A/B test.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Net PV figures use deliberately conservative assumptions — stated on the next slide. All three are capped and self-limiting: offers only pay out on acceptance.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6343F"/>
                </a:solidFill>
                <a:latin typeface="Calibri"/>
              </a:rPr>
              <a:t>Recommendation: run A + B together, pilot C — ~$0.4M net PV in year 1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435608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417320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NOW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Launch the contract-shift offer (A) to all 3,875 month-to-month customers, prioritized by model score (B) so the riskiest hear first. One campaign, two levers.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670048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651760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QUARTERLY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Rescore the book and rerun. Track take-up and save rate against the assumptions on the right; retire the campaign if realized ROI drops below 2x.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904487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86200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PILOT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 i="0">
                <a:solidFill>
                  <a:srgbClr val="26343F"/>
                </a:solidFill>
                <a:latin typeface="Calibri"/>
              </a:rPr>
              <a:t>Onboarding bundle (C) as a 500-customer A/B test on new fiber signups. Scale only on a causal read, not the correlational gradient.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166360"/>
            <a:ext cx="5943600" cy="1097280"/>
          </a:xfrm>
          <a:prstGeom prst="roundRect">
            <a:avLst>
              <a:gd name="adj" fmla="val 6000"/>
            </a:avLst>
          </a:prstGeom>
          <a:solidFill>
            <a:srgbClr val="EA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21808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26343F"/>
                </a:solidFill>
                <a:latin typeface="Calibri"/>
              </a:rPr>
              <a:t>If realized rates land mid-range instead of low-end, year-1 impact roughly doubles to ~$0.8M — against a $4.5M/year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371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6343F"/>
                </a:solidFill>
                <a:latin typeface="Calibri"/>
              </a:rPr>
              <a:t>Assumptions behind the ROI (deliberately conservative)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12280" y="1828800"/>
          <a:ext cx="49377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68680"/>
                <a:gridCol w="2148840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64008" marR="36576" anchor="ctr">
                    <a:solidFill>
                      <a:srgbClr val="2634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36576" anchor="ctr">
                    <a:solidFill>
                      <a:srgbClr val="2634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64008" marR="36576" anchor="ctr">
                    <a:solidFill>
                      <a:srgbClr val="26343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Contract-offer take-up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343F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low end of upgrade-campaign rates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Deadweight haircut on A</a:t>
                      </a:r>
                    </a:p>
                  </a:txBody>
                  <a:tcPr marL="64008" marR="36576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343F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64008" marR="36576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half of converters would have stayed</a:t>
                      </a:r>
                    </a:p>
                  </a:txBody>
                  <a:tcPr marL="64008" marR="36576" anchor="ctr">
                    <a:solidFill>
                      <a:srgbClr val="F7FA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Save rate, true churn risks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343F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retention campaigns save 10–30%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Value per save</a:t>
                      </a:r>
                    </a:p>
                  </a:txBody>
                  <a:tcPr marL="64008" marR="36576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343F"/>
                          </a:solidFill>
                          <a:latin typeface="Calibri"/>
                        </a:rPr>
                        <a:t>$2,061</a:t>
                      </a:r>
                    </a:p>
                  </a:txBody>
                  <a:tcPr marL="64008" marR="36576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month-to-month cost per churn</a:t>
                      </a:r>
                    </a:p>
                  </a:txBody>
                  <a:tcPr marL="64008" marR="36576" anchor="ctr">
                    <a:solidFill>
                      <a:srgbClr val="F7FA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Offer + ops cost, year 1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343F"/>
                          </a:solidFill>
                          <a:latin typeface="Calibri"/>
                        </a:rPr>
                        <a:t>~$88K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43F"/>
                          </a:solidFill>
                          <a:latin typeface="Calibri"/>
                        </a:rPr>
                        <a:t>free month + $150/save offer + ops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12280" y="47091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26343F"/>
                </a:solidFill>
                <a:latin typeface="Calibri"/>
              </a:rPr>
              <a:t>Downside floor: </a:t>
            </a:r>
            <a:r>
              <a:rPr sz="1150" b="0" i="0">
                <a:solidFill>
                  <a:srgbClr val="26343F"/>
                </a:solidFill>
                <a:latin typeface="Calibri"/>
              </a:rPr>
              <a:t>every cost above is capped and only pays out on acceptance. The exposed spend if nothing works is the ops budget, not the offer pool.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Source: public Telco Customer Churn dataset (Kaggle/IBM), n=7,043 — reframed as a subscription/SaaS business. Reproducible: python -m src.run_pipeline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26343F"/>
                </a:solidFill>
                <a:latin typeface="Calibri"/>
              </a:rPr>
              <a:t>Appendix — methodology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7A8C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Exposure-based churn hazard (events ÷ customer-months), per contract segment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Expected lifetime = 1/hazard, capped at the 72-month observation window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LTV = discounted gross profit (70% margin, 10%/yr discount rate)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Cost of churn = foregone LTV + $400 replacement CAC, stress-tested (tornado)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Models: class-weighted logistic regression + shallow XGBoost, 80/20 stratified split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Drivers: SHAP values (XGBoost) cross-checked against standardized coefficients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D64550"/>
                </a:solidFill>
                <a:latin typeface="Calibri"/>
              </a:rPr>
              <a:t>Caveats, stated plainly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303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Snapshot dataset — no event timestamps; production needs point-in-time features and out-of-time validation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Label window unspecified — 26.5% is a cohort share, not a monthly rate; cohort framings used throughout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Margin, CAC and discount rate are SaaS benchmarks, not company actuals — all live in src/config.py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Correlation ≠ causation — contract type is partly self-selection; ROI uses haircuts and pilots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Telecom data in SaaS framing — the method transfers, the coefficients don't</a:t>
            </a:r>
          </a:p>
          <a:p>
            <a:pPr marL="182880" indent="-18288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200">
                <a:solidFill>
                  <a:srgbClr val="26343F"/>
                </a:solidFill>
                <a:latin typeface="Calibri"/>
              </a:rPr>
              <a:t>Model ceiling (~0.84 AUC) reflects missing behavioral features (usage, tickets), not modeling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Full detail: reports/model-report.md  ·  notebooks 01–03  ·  every assumption in src/config.py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